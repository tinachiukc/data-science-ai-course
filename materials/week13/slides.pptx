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1">
                <a:solidFill>
                  <a:srgbClr val="E0A643"/>
                </a:solidFill>
                <a:latin typeface="Microsoft JhengHei"/>
              </a:defRPr>
            </a:pPr>
            <a:r>
              <a:t>資料科學與大數據分析  |  WEEK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900" b="1">
                <a:solidFill>
                  <a:srgbClr val="FFFFFF"/>
                </a:solidFill>
                <a:latin typeface="Microsoft JhengHei"/>
              </a:defRPr>
            </a:pPr>
            <a:r>
              <a:t>決策樹預測未知｜從模型到新客戶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983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FFFFFF"/>
                </a:solidFill>
                <a:latin typeface="Microsoft JhengHei"/>
              </a:defRPr>
            </a:pPr>
            <a:r>
              <a:t>金融管理學系一年級｜資料分析方法與金融應用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從分類規則走向預測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W12 已理解決策樹的分割邏輯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本週聚焦：如何把訓練好的樹用在新資料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並用測試結果判斷模型能否投入實務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W13  •  決策樹預測未知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完整預測流程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蒐集歷史資料 → 清理與選擇欄位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切分訓練集／測試集 → 訓練決策樹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用測試集評估 → 對新客戶產生預測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監控實際結果並定期檢查模型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W13  •  決策樹預測未知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新資料沒有答案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訓練資料有 y（已知類別）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新客戶只有 X（特徵），尚無真實 y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模型輸出的是預測，不是事實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W13  •  決策樹預測未知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資料洩漏的例子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預測申貸時是否違約，不能使用「核貸後催收次數」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因為申貸當下尚不知道未來催收次數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時間順序錯誤會讓模型測試看起來過度優秀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W13  •  決策樹預測未知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示範：客戶價值預測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輸入：最近消費 R、消費頻率 F、消費金額 M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標籤：既有客戶經人工定義的高／低貢獻度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預測：新客戶可能屬於哪一類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W13  •  決策樹預測未知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決策樹的 Python 工作流程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train_test_split：區分訓練與測試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DecisionTreeClassifier：建立分類模型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fit：使用訓練資料學習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predict：產生預測類別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W13  •  決策樹預測未知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如何看模型圖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根節點：第一個分割問題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左右分支：條件成立或不成立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葉節點：最後的預測類別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樣本數與類別比例幫助判斷可信程度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W13  •  決策樹預測未知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預測機率與類別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模型可能輸出違約機率 0.68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若門檻設 0.50，會歸為高風險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提高門檻通常減少警報，但可能增加漏判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門檻選擇需對應管理成本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W13  •  決策樹預測未知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不同門檻的取捨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門檻低：容易抓到更多高風險，但誤報較多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門檻高：誤報較少，但可能漏掉高風險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沒有對所有情境都最佳的門檻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W13  •  決策樹預測未知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測試資料評估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混淆矩陣指出錯誤類型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Precision 關心警示是否可信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Recall 關心實際高風險有多少被抓到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可依業務目標選擇適切指標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W13  •  決策樹預測未知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決策樹與隨機森林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決策樹：單棵樹，易於閱讀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隨機森林：結合多棵樹，通常更穩健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代價是整體模型較難直接解釋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W13  •  決策樹預測未知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案例：反詐交易警示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特徵：交易時間、金額、異常頻率等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輸出：是否需要人工進一步檢查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模型警示不等於詐欺定罪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W13  •  決策樹預測未知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AI 協作：向客戶說明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讓 AI 把模型規則轉成一般人能理解的說法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學生刪除過度確定的敘述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保留「預測」、「可能」、「需進一步確認」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W13  •  決策樹預測未知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課堂練習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給三位新客戶的 RFM 數值與一棵樹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逐步走過節點，寫出預測結果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再討論若誤判，會造成什麼業務影響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W13  •  決策樹預測未知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本週重點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模型只在訓練階段學習，預測階段使用既有規則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嚴防資料洩漏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預測必須搭配評估與後續監控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W13  •  決策樹預測未知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