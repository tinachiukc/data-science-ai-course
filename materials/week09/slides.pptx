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Week 9｜期中評量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107899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700" b="0">
                <a:solidFill>
                  <a:srgbClr val="DEE8F0"/>
                </a:solidFill>
                <a:latin typeface="Microsoft JhengHei"/>
              </a:rPr>
              <a:t>從資料到判斷：你能相信這份分析嗎？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5196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不是背名詞，而是證明你能看懂資料、查核 AI、做出有證據的判斷。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今天評量什麼？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3337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看懂資料 → 探索資料 → 判讀統計 → 查核 AI → 定義問題 → 找對資料 → 選對分析 → 有邊界的判斷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評量情境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3337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你是銀行的「資料分析查核者」。主管收到一份 AI 客戶消費分析，但不希望直接採用；你的任務是判斷資料、分析與結論是否足以支持決策。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評量結構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3337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A 資料理解與品質 15｜B 探索與統計判讀 20｜C 圖表判讀 10｜D AI 分析查核 25｜E 問題—資料—分析規劃 20｜F 管理判斷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作答原則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3337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可以計算，但重點是「為什麼」。
可以指出 AI 有問題，但必須提供資料或邏輯證據。
不知道原因時，不要替資料補故事。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使用規範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3337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本次期中評量不需登入生成式 AI。
評量卷中的 AI 分析報告由教師統一提供。
你要評的是：自己能不能判斷 AI。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資料品質提醒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3337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缺漏、疑似重複、負值、極端值都不等於「一定錯」。
第一步通常是：確認它代表什麼、是否需要查核。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五查回來了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3337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查資料 → 查計算 → 查解釋 → 查推論 → 查建議
越往「推論／建議」走，需要的證據越多。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最後提醒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3337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精確 ≠ 可靠｜合理 ≠ 有根據｜看到差異 ≠ 找到原因｜平均 ≠ 典型｜AI 分析 ≠ 分析證據｜想問 ≠ 能回答｜資料多 ≠ 資料有用｜有算 ≠ 有回答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請用資料支持你的判斷，也要知道資料不能支持什麼。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