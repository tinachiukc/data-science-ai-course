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1">
                <a:solidFill>
                  <a:srgbClr val="E0A643"/>
                </a:solidFill>
                <a:latin typeface="Microsoft JhengHei"/>
              </a:defRPr>
            </a:pPr>
            <a:r>
              <a:t>資料科學與大數據分析  |  WEEK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900" b="1">
                <a:solidFill>
                  <a:srgbClr val="FFFFFF"/>
                </a:solidFill>
                <a:latin typeface="Microsoft JhengHei"/>
              </a:defRPr>
            </a:pPr>
            <a:r>
              <a:t>文字探勘｜從財經新聞讀出訊號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983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FFFFF"/>
                </a:solidFill>
                <a:latin typeface="Microsoft JhengHei"/>
              </a:defRPr>
            </a:pPr>
            <a:r>
              <a:t>金融管理學系一年級｜資料分析方法與金融應用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金融資料不只有數字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新聞標題、財報文字、公司公告與客戶意見都是資料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這些文字沒有固定數值欄位，屬非結構化資料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文字探勘把文字轉成可以整理與分析的特徵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W15  •  文字探勘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文字探勘的四個步驟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蒐集文本：選定時間與來源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前處理：清理與斷詞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特徵化：詞頻、TF-IDF 等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分析：主題、情緒、分類或視覺化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W15  •  文字探勘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金融新聞標題範例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「央行宣布維持利率不變」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「企業獲利優於市場預期」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「國際油價上漲推升成本壓力」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同一則新聞可能包含多個不同方向的訊號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W15  •  文字探勘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中文斷詞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英文可依空白初步切詞，中文通常需要斷詞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「台積電營收成長」應辨識公司名與財務詞彙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Jieba 可輔助中文斷詞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金融專有名詞需要使用者詞典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W15  •  文字探勘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停用詞與資料清理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「的」、「了」等高頻字可能資訊量有限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移除網址、重複標題與無關符號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不能任意刪除「不」、「未」等否定詞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W15  •  文字探勘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詞頻與文字雲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計算每個詞出現的次數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文字雲以字體大小呈現詞頻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適合快速瀏覽，不代表因果或市場影響力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W15  •  文字探勘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TF-IDF 的直覺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TF：詞在單篇文章出現得多不多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IDF：詞在所有文章中是否少見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常見但沒有區別力的詞權重會較低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適合找出每篇文章相對有特色的詞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W15  •  文字探勘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詞頻與 TF-IDF 的差別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詞頻：找最常出現的字詞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TF-IDF：找對某篇文章特別有代表性的字詞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兩者回答的問題不同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W15  •  文字探勘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財經新聞情緒分析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可以將新聞標記為正面、中立、負面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標籤需要一致的定義與標註規則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情緒反映文本語氣，不等於股票一定漲跌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W15  •  文字探勘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從文字到分類模型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先把文字轉成數值特徵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用已標註新聞訓練分類器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以測試資料檢查情緒分類表現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常見模型有 Naive Bayes、Logistic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W15  •  文字探勘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新聞與股價的時間問題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新聞發布時間必須早於欲預測的市場反應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不能用收盤後的新聞解釋當天開盤前的決策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須考慮消息延遲與重複報導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W15  •  文字探勘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教師示範：財經標題文字雲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蒐集一小組公開新聞標題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用 Jieba 斷詞並計算詞頻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產生文字雲，再對照原始標題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以教師操作為主，學生負責解釋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W15  •  文字探勘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AI 協作：標題情緒判斷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請 AI 為 6 則新聞標題標註情緒與理由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學生找出模糊、諷刺或語境不足的案例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人工檢查與模型輸出不一致之處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W15  •  文字探勘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期末整合：方法選擇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客戶分群：Clustering／RFM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商品搭配：Association Rules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違約或異常分類：Decision Tree／ANN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財經新聞：Text Mining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W15  •  文字探勘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本週重點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文字探勘使非結構化文本可以量化分析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斷詞、詞頻、TF-IDF、情緒分類各有不同用途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金融情緒訊號不等於報酬預測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W15  •  文字探勘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