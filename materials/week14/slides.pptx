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類神經網路｜金融 AI 預測入門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為什麼需要類神經網路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決策樹容易解釋，但不一定擅長所有複雜關係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類神經網路可以學習多種特徵之間的非線性模式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常見於分類、預測與文字處理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人工神經元的直覺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把多個輸入特徵乘上不同權重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加上偏差後通過激勵函數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輸出一個數值，再交給下一層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三種基本層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輸入層：接收資料，例如交易金額與頻率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隱藏層：學習特徵組合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輸出層：產生分類機率或預測數值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一個金融分類案例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輸入：交易金額、交易時段、短期交易次數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輸出：是否需要進一步檢查異常交易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真實業務中需額外處理個資與誤判成本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激勵函數是什麼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若只有線性加總，難以學習複雜的非線性關係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ReLU：常用於隱藏層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Sigmoid：可將輸出壓在 0～1，適合二元分類機率示意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模型怎麼學習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先用現有權重產生預測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比較預測與真實標籤，計算損失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調整權重讓損失逐漸下降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重複多輪，稱為訓練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損失函數的角色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分類常見交叉熵損失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預測連續金額常見均方誤差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損失越低通常表示在該資料上的預測越接近目標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但訓練損失低不代表新資料一定準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梯度下降的直覺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想像沿著山坡往低處走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梯度指出參數改變時損失的方向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學習率太大可能不穩，太小可能很慢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訓練集、驗證集、測試集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訓練集：調整權重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驗證集：選擇模型設定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測試集：最後檢驗未見資料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金融時間序列尤其應注意時間先後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過度擬合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模型可能把訓練樣本的雜訊也學進去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訓練表現很好，測試表現卻下降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可用早停、正則化、簡化模型等方法改善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神經網路與決策樹比較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決策樹：規則較直觀，適合說明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神經網路：表達能力較強，但解釋通常較難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選擇模型要看資料、目標、可解釋性與成本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教師示範：三輸入的 ANN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輸入 R、F、M，輸出高／低客戶價值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示範 Keras 的輸入層、隱藏層與輸出層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學生觀察訓練曲線與測試結果，不要求從零寫模型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協作：模型比較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請 AI 比較決策樹與神經網路在授信情境的優缺點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學生指出解釋性、樣本量與風險差異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不得只因「AI」就認定神經網路更好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課堂練習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辨認神經網路圖中的三種層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說明訓練損失下降卻測試損失上升代表什麼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提出金融模型上線前的兩項必要檢查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神經網路利用權重與多層結構學習模式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訓練靠損失與優化方法調整參數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模型表現要看未見資料，不能只看訓練結果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W14  •  類神經網路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