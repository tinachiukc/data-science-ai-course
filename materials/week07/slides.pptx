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37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051560"/>
            <a:ext cx="1078992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300" b="0">
                <a:solidFill>
                  <a:srgbClr val="FFFFFF"/>
                </a:solidFill>
                <a:latin typeface="Microsoft JhengHei"/>
              </a:rPr>
              <a:t>資料科學與大數據分析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83080"/>
            <a:ext cx="10789920" cy="9144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Microsoft JhengHei"/>
              </a:rPr>
              <a:t>Week 7｜找對資料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88920"/>
            <a:ext cx="1078992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700" b="0">
                <a:solidFill>
                  <a:srgbClr val="DEE8F0"/>
                </a:solidFill>
                <a:latin typeface="Microsoft JhengHei"/>
              </a:rPr>
              <a:t>從問題到變數與分析證據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06908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600" b="1">
                <a:solidFill>
                  <a:srgbClr val="193756"/>
                </a:solidFill>
                <a:latin typeface="Microsoft JhengHei"/>
              </a:rPr>
              <a:t>問題已經想好了，我需要哪些資料才能回答？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Week 6 → Week 7｜從「問什麼」走到「需要什麼」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Week 6
我要問什麼？
想問 ≠ 能回答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D785A"/>
                </a:solidFill>
                <a:latin typeface="Microsoft JhengHei"/>
              </a:rPr>
              <a:t>Week 7
我要什麼資料？
資料多 ≠ 資料有用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開場｜資料很多，為什麼還是回答不了？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105613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主管問：「哪一類客戶最近比較少使用信用卡？」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拿到很多資料
客戶編號｜姓名｜電話
地址｜Email｜開卡日期｜信用額度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D785A"/>
                </a:solidFill>
                <a:latin typeface="Microsoft JhengHei"/>
              </a:rPr>
              <a:t>但真正缺少
交易日期
交易次數／交易紀錄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核心概念 1｜資料需求（Data Requirement）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105613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為了回答某個資料問題，我們實際需要哪些資料。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問題
不同年齡層的行動支付使用比例是否不同？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D785A"/>
                </a:solidFill>
                <a:latin typeface="Microsoft JhengHei"/>
              </a:rPr>
              <a:t>最低需要
年齡＋支付方式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核心概念 2｜變數要回到「用途」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105613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Week 2：認識變數　→　Week 7：這個變數在我的問題裡有什麼用途？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分組／比較
是否使用優惠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D785A"/>
                </a:solidFill>
                <a:latin typeface="Microsoft JhengHei"/>
              </a:rPr>
              <a:t>判斷指標
消費金額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核心工具｜問題—資料三問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① 我要看誰？
分析對象是什麼？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D785A"/>
                </a:solidFill>
                <a:latin typeface="Microsoft JhengHei"/>
              </a:rPr>
              <a:t>② 我要比較什麼？
群體、時間或類別？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892040"/>
            <a:ext cx="10332720" cy="8229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9B3A3A"/>
                </a:solidFill>
                <a:latin typeface="Microsoft JhengHei"/>
              </a:rPr>
              <a:t>③ 我要用什麼指標判斷？
金額、次數、比例或人數？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必要資料 vs. 可能有用的資料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105613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問題：「不同消費類別的平均交易金額是否不同？」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一定需要
消費類別
消費金額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D785A"/>
                </a:solidFill>
                <a:latin typeface="Microsoft JhengHei"/>
              </a:rPr>
              <a:t>可能有用，但不是最低必要
年齡｜支付方式｜是否優惠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先找「最小必要資料」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105613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剛好足以回答目前問題的資料。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不是資料越多越好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D785A"/>
                </a:solidFill>
                <a:latin typeface="Microsoft JhengHei"/>
              </a:rPr>
              <a:t>不需要的個人資料，就不要拿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金融案例｜哪些欄位真的需要？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105613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問題：「不同年齡層的信用卡平均消費金額是否不同？」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資料倫理｜「有資料」和「該不該使用」是兩件事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105613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如果分析根本不需要姓名、電話、身分證字號，為什麼要把它交給分析者或 AI？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892040"/>
            <a:ext cx="10332720" cy="8229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9B3A3A"/>
                </a:solidFill>
                <a:latin typeface="Microsoft JhengHei"/>
              </a:rPr>
              <a:t>原則：只使用完成任務所需要的資料。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Week 7 核心句｜資料多 ≠ 資料有用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105613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資料多 ≠ 資料有用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892040"/>
            <a:ext cx="10332720" cy="8229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9B3A3A"/>
                </a:solidFill>
                <a:latin typeface="Microsoft JhengHei"/>
              </a:rPr>
              <a:t>問題決定資料，不是資料決定問題。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主要案例｜哪一群客戶比較常使用行動支付？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105613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先不要分析全部欄位。第一步：這個問題真正需要哪些欄位？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必要：年齡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D785A"/>
                </a:solidFill>
                <a:latin typeface="Microsoft JhengHei"/>
              </a:rPr>
              <a:t>必要：支付方式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有時資料要「稍微整理」才能回答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原始年齡
19、20、21、22、23、24、25、26、27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D785A"/>
                </a:solidFill>
                <a:latin typeface="Microsoft JhengHei"/>
              </a:rPr>
              <a:t>依問題需要分組
19～22 歲
23～27 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892040"/>
            <a:ext cx="10332720" cy="8229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9B3A3A"/>
                </a:solidFill>
                <a:latin typeface="Microsoft JhengHei"/>
              </a:rPr>
              <a:t>本週只理解「為回答問題而整理」，不進入複雜資料前處理。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學生任務 1｜欄位刪除大挑戰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105613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問題：「使用優惠者的平均消費金額是否較高？」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把欄位分成
① 一定需要
② 可能有用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D785A"/>
                </a:solidFill>
                <a:latin typeface="Microsoft JhengHei"/>
              </a:rPr>
              <a:t>③ 目前不需要
並說明理由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學生任務 2｜缺一個欄位就回答不了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問題：哪個年齡層使用行動支付比例最高？
現有：客戶編號＋支付方式＋消費金額
→ 缺什麼？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D785A"/>
                </a:solidFill>
                <a:latin typeface="Microsoft JhengHei"/>
              </a:rPr>
              <a:t>問題：哪個月信用卡交易金額下降最多？
現有：交易金額＋消費類別
→ 缺什麼？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學生任務 3｜多一個欄位真的比較好嗎？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105613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AI 建議：姓名、性別、年齡、地址、電話、Email、職業、收入、消費類別、金額……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892040"/>
            <a:ext cx="10332720" cy="8229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9B3A3A"/>
                </a:solidFill>
                <a:latin typeface="Microsoft JhengHei"/>
              </a:rPr>
              <a:t>問題只是：「不同消費類別平均交易金額是否不同？」
真的全部需要嗎？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Week 7 的 AI｜資料需求助手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105613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Prompt：我的資料問題是「不同年齡層的行動支付使用比例是否不同？」請列出回答這個問題最少需要哪些資料欄位，並說明每個欄位的用途。不要加入與問題無直接關係的個人資料。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故意誘惑 AI｜「為了更完整，再多收一些？」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AI 可能建議
姓名｜地址｜職業｜收入
婚姻｜信用紀錄……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D785A"/>
                </a:solidFill>
                <a:latin typeface="Microsoft JhengHei"/>
              </a:rPr>
              <a:t>學生要問
真的需要嗎？
與目前問題直接相關嗎？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AI 查核三問｜從「答對嗎」升級到「建議過度嗎」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① AI 建議了哪些資料？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D785A"/>
                </a:solidFill>
                <a:latin typeface="Microsoft JhengHei"/>
              </a:rPr>
              <a:t>② 哪些真的和問題有關？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892040"/>
            <a:ext cx="10332720" cy="8229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9B3A3A"/>
                </a:solidFill>
                <a:latin typeface="Microsoft JhengHei"/>
              </a:rPr>
              <a:t>③ 哪些資料其實不需要取得？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W16 第二步｜我的問題—資料需求表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105613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Week 6：資料問題種子　→　Week 7：替問題配上必要資料與可能來源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這些資料實際上可能從哪裡取得？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34440"/>
          <a:ext cx="1133856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06240"/>
                <a:gridCol w="5029200"/>
              </a:tblGrid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來源類型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舉例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網址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政府開放資料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政府資料開放平臺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data.gov.tw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金融公開資訊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公開資訊觀測站 MOPS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mops.twse.com.tw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公開市場資料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臺灣證券交易所｜個股日成交資訊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twse.com.tw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模擬資料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教師／學生依課堂情境建立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課程提供資料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由本課程提供的練習資料集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852160"/>
            <a:ext cx="10698480" cy="2743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300" b="1">
                <a:solidFill>
                  <a:srgbClr val="9B3A3A"/>
                </a:solidFill>
                <a:latin typeface="Microsoft JhengHei"/>
              </a:rPr>
              <a:t>先認識「來源類型」即可，本週不要求爬蟲、API 或自動抓取。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W16 專題安全線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105613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原則上使用：公開資料、課程資料或模擬資料。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不要把家人／朋友的真實金融明細拿來當課程資料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788920"/>
            <a:ext cx="512064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D785A"/>
                </a:solidFill>
                <a:latin typeface="Microsoft JhengHei"/>
              </a:rPr>
              <a:t>不要把公司客戶資料直接貼進公開生成式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本週最小學習產出｜問題—資料配對卡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105613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資料問題｜分析對象｜我要比較｜判斷指標｜一定需要｜可能有用｜目前不需要｜AI 建議｜我刪掉哪些 AI 建議？為什麼？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快速檢核｜你會替問題找資料了嗎？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105613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Q1 資料欄位越多，分析一定越好。　○ 對　○ 錯
Q2 比較年齡層的行動支付比例，最低需要什麼？
Q3 沒有日期／月份，能回答「哪個月下降最多」嗎？
Q4 AI 建議姓名、電話、地址，但問題不需要，怎麼辦？
Q5 資料很多但缺關鍵欄位，仍可能無法回答問題嗎？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Week 7 收束｜知道需要什麼，也知道什麼不需要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105613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問題 → 資料需求 → 最小必要資料 → AI 建議查核 → 資料來源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892040"/>
            <a:ext cx="10332720" cy="8229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9B3A3A"/>
                </a:solidFill>
                <a:latin typeface="Microsoft JhengHei"/>
              </a:rPr>
              <a:t>Week 7｜資料多 ≠ 資料有用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66360"/>
            <a:ext cx="10332720" cy="5029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700" b="0">
                <a:solidFill>
                  <a:srgbClr val="646E76"/>
                </a:solidFill>
                <a:latin typeface="Microsoft JhengHei"/>
              </a:rPr>
              <a:t>下一週：有了問題與資料，開始把分析方法與解釋真正配在一起。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