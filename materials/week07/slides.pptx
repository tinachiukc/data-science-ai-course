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1">
                <a:solidFill>
                  <a:srgbClr val="E0A643"/>
                </a:solidFill>
                <a:latin typeface="Microsoft JhengHei"/>
              </a:defRPr>
            </a:pPr>
            <a:r>
              <a:t>資料科學與大數據分析  |  WEEK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900" b="1">
                <a:solidFill>
                  <a:srgbClr val="FFFFFF"/>
                </a:solidFill>
                <a:latin typeface="Microsoft JhengHei"/>
              </a:defRPr>
            </a:pPr>
            <a:r>
              <a:t>集群分析入門｜讓資料自己分組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983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FFFFFF"/>
                </a:solidFill>
                <a:latin typeface="Microsoft JhengHei"/>
              </a:defRPr>
            </a:pPr>
            <a:r>
              <a:t>金融管理學系一年級｜資料分析方法與金融應用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為什麼需要集群分析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銀行擁有大量客戶，但不能對每位客戶使用相同服務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集群分析從客戶特徵尋找相似群體，不需要事先指定答案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問題：哪些客戶的使用行為彼此相似？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W07  •  集群分析入門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資料探勘方法地圖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描述：看資料的分布與趨勢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集群：找出相似群體（非監督式學習）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分類：利用已知標籤判斷新資料（監督式學習）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關聯：找出常一起出現的事件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W07  •  集群分析入門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什麼是集群 Clustering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同一群內：特徵盡可能相似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不同群間：特徵盡可能不同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沒有「正確群別」的既定標籤；群別需事後解釋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W07  •  集群分析入門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銀行客戶資料範例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客戶甲：每月交易 18 次、平均餘額 8,000 元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客戶乙：每月交易 16 次、平均餘額 9,000 元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客戶丙：每月交易 2 次、平均餘額 200,000 元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直覺上甲乙較相似，但需注意不同單位的尺度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W07  •  集群分析入門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距離是什麼意思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可以把每位客戶想成座標上的一個點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兩點距離越近，通常表示數值特徵越相似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歐氏距離：√[(x₁−x₂)²+(y₁−y₂)²]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不同單位的變數應先考慮標準化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W07  •  集群分析入門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K-means 的基本想法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先指定希望分成 K 群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將每個資料點分配給最近的群中心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更新各群中心，再重新分配資料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重複至群組大致穩定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W07  •  集群分析入門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K-means 圖解：四個步驟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① 選 K 值與初始中心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② 分配客戶至最近中心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③ 計算新的群中心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④ 重複直到分群結果穩定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W07  •  集群分析入門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K 值如何選擇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K=2：區分活躍與不活躍可能太粗略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K=5：可以更細緻，但群組可能難以解釋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觀察群內差異、群組大小與業務可用性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分得越多不代表一定越好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W07  •  集群分析入門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金融案例：信用卡客戶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欄位：月交易次數、月交易金額、海外交易占比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可能群組：高頻小額、低頻高額、跨境活躍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這些名稱是分析後的解釋，不是演算法預設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W07  •  集群分析入門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分群與分類，不能混淆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分群：不知道答案，從資料尋找群組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分類：已知「是否違約」標籤，學習預測新客戶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銀行客群經營與授信違約預測屬不同問題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W07  •  集群分析入門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集群結果怎麼讀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檢查各群人數與平均特徵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以群中心描述各群的輪廓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留意極端值及尺度是否主導分群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群組命名應反映資料，而不是主觀貼標籤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W07  •  集群分析入門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教師示範：從散佈圖看群體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X 軸：每月交易次數；Y 軸：每月消費金額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觀察高頻高額、低頻低額等可能區域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以 Excel 散佈圖展示，暫不要求學生手寫演算法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W07  •  集群分析入門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AI 協作：解釋群組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請 AI 提出三個可能的客群名稱與行銷方案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學生核對名稱是否符合群中心數值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不得以群組直接推斷客戶個人身分或意圖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W07  •  集群分析入門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課堂練習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觀察 12 位模擬客戶的交易次數與金額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提出 2～3 種分群構想，說明依據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比較「自行分組」與 K-means 的差異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W07  •  集群分析入門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本週重點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集群屬非監督式學習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距離、尺度、K 值都會影響結果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分群價值在於解釋客群與支持管理決策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W07  •  集群分析入門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