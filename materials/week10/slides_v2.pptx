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E0A643"/>
                </a:solidFill>
                <a:latin typeface="Microsoft JhengHei"/>
              </a:defRPr>
            </a:pPr>
            <a:r>
              <a:t>資料科學與大數據分析  | 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900" b="1">
                <a:solidFill>
                  <a:srgbClr val="FFFFFF"/>
                </a:solidFill>
                <a:latin typeface="Microsoft JhengHei"/>
              </a:defRPr>
            </a:pPr>
            <a:r>
              <a:t>RFM 客戶分群｜衡量客戶價值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FFFFF"/>
                </a:solidFill>
                <a:latin typeface="Microsoft JhengHei"/>
              </a:defRPr>
            </a:pPr>
            <a:r>
              <a:t>金融管理學系一年級｜資料分析方法與金融應用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為什麼銀行要做客戶分群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客戶往來頻率與貢獻度不同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資源有限，需要區分服務策略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本週將上週的集群概念用在客戶交易資料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RFM 三個構面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R（Recency）：距離最近一次交易有多久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F（Frequency）：觀察期間交易幾次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M（Monetary）：觀察期間交易總金額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 越小通常代表越近期活躍；F、M 越大代表交易較多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設定分析基準日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例：2026/06/30 為分析日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客戶最後交易日：2026/06/20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 = 10 天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 必須使用同一基準日才能公平比較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計算 F 與 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客戶甲本季交易：500、800、1,200 元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F = 3 次；M = 2,500 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觀察期間必須一致，例如 2026 年第二季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一張客戶 RFM 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甲：R=10、F=3、M=2,500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乙：R=90、F=1、M=600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丙：R=5、F=12、M=18,000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誰應該被優先關懷？先說明業務目標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RFM 分數化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可將每個指標依分位數轉為 1～5 分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 的方向要反轉：越近期分數越高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F、M 通常越大分數越高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各項分數的切點須明確揭露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RFM 分群示意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高 R 分數、高 F、高 M：重要活躍客戶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低 R 分數、高 F、高 M：曾活躍但近期沉睡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高 R 分數、低 F、低 M：新近互動客戶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群組名稱與門檻由分析者定義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規則分群與 K-means 分群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RFM 分數規則：容易說明與執行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K-means：依距離自動找相似群體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兩者可以互補，並非同一演算法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銀行情境轉換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超市購物：消費金額 M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銀行業務：可考慮手續費、往來餘額等合法且適切的指標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不同業務的「價值」定義不同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如何讀懂群組輪廓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比較每群平均 R、F、M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檢查群組大小與極端值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確認群組是否能對應可執行的服務策略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客群策略範例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近期高頻：維持服務體驗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高價值但久未往來：了解流失原因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新近低頻：提供合適的產品教育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避免僅以交易額決定服務品質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Excel 實作流程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準備客戶編號、日期、金額三欄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用樞紐分析表彙總各客戶交易次數與金額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用 MAX 取得最近交易日，再計算 R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建立 RFM 分群與圖表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AI 協作：客群命名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提供匿名 RFM 彙總表請 AI 命名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要求 AI 解釋命名與數值的對應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學生修正不合理的客群標籤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課堂任務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以 8 位模擬客戶的交易紀錄計算 RFM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挑選一群設計服務策略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說明為何這個策略適合該群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本週重點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RFM 將交易歷史轉為可解釋的客戶特徵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 的時間方向要特別注意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分群的目的在於提供更適切的服務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W10  •  RFM 客戶分群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