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E0A643"/>
                </a:solidFill>
                <a:latin typeface="Microsoft JhengHei"/>
              </a:defRPr>
            </a:pPr>
            <a:r>
              <a:t>資料科學與大數據分析  |  WEEK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900" b="1">
                <a:solidFill>
                  <a:srgbClr val="FFFFFF"/>
                </a:solidFill>
                <a:latin typeface="Microsoft JhengHei"/>
              </a:defRPr>
            </a:pPr>
            <a:r>
              <a:t>關聯規則｜從交易組合發現商機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FFFFF"/>
                </a:solidFill>
                <a:latin typeface="Microsoft JhengHei"/>
              </a:defRPr>
            </a:pPr>
            <a:r>
              <a:t>金融管理學系一年級｜資料分析方法與金融應用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今天要解決的問題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消費者購買 A 商品時，還常購買什麼？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金融業：使用某服務的客戶，還常搭配哪些服務？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關聯規則探索共同出現的模式，不直接證明因果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交易資料長什麼樣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T01：咖啡、麵包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T02：咖啡、牛奶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T03：咖啡、麵包、牛奶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T04：麵包、牛奶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806440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68756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每筆交易是一個購物籃（Transaction）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項目、項目集與頻繁項目集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項目 Item：咖啡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項目集 Itemset：{咖啡, 麵包}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頻繁項目集：出現比例達到指定門檻的組合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Apriori 先找頻繁項目集，再產生規則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支持度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Support(A∩B)=同時出現 A、B 的交易數 ÷ 全部交易數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範例：咖啡與麵包同時出現 2 次，共 4 筆交易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支持度 = 2/4 = 50%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支持度反映規則覆蓋的交易比例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信賴度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Confidence(A→B)=同時有 A、B 的交易數 ÷ 有 A 的交易數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咖啡出現 3 次，其中 2 次也有麵包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Confidence(咖啡→麵包)=2/3≈66.7%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反方向的信賴度不一定相同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提升度 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Lift(A→B)=Confidence(A→B) ÷ Support(B)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本例麵包出現 3/4；Lift=(2/3)/(3/4)=0.889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Lift &gt;1：正向共現；=1：近似獨立；&lt;1：低於獨立時預期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提升度高仍須注意樣本數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三個指標一次比較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Support：這組搭配常不常出現？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Confidence：有 A 時，有多少比例也有 B？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Lift：比 B 原本的普遍程度高多少？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不能只看其中一項就決定促銷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Apriori 的直覺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若 {咖啡, 麵包} 不頻繁，含它的三項組合也不可能頻繁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先檢查單一項目，再檢查兩項組合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利用剪枝減少不必要的組合計算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Apriori 示範步驟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① 設定最小支持度（例如 50%）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② 找出頻繁單項商品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③ 組成候選雙項組合並檢查支持度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④ 由頻繁項目集建立 A→B 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經典故事：尿布與啤酒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常作為關聯規則的教學故事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可用來說明「意外共現」如何引發商業假設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不能將未經查證的故事細節當成已證實的歷史事實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金融應用：交叉銷售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分析客戶已使用的金融服務組合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例如：薪轉帳戶、信用卡、自動扣繳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發現組合後仍須評估適合性、法遵與客戶需求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交易資料不是客戶資料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一個客戶可以產生多筆交易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購物籃關聯分析的觀察單位是交易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若改為客戶層級，支持度與解釋會改變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Excel 練習：人工計算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給定 6 筆模擬交易，圈出同時出現的商品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計算 A、B、A∩B 的次數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算出 Support、Confidence、Lift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AI 協作：提出可驗證的假設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請 AI 依規則提出兩個行銷方案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學生指出哪些方案需要額外資料才能評估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共現不等於購買原因，也不保證促銷有效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本週重點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關聯規則適用於交易組合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Support、Confidence、Lift 必須一起看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Apriori 利用頻繁項目集與剪枝降低計算量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W08  •  關聯規則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