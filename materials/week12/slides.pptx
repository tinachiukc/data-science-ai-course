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1">
                <a:solidFill>
                  <a:srgbClr val="E0A643"/>
                </a:solidFill>
                <a:latin typeface="Microsoft JhengHei"/>
              </a:defRPr>
            </a:pPr>
            <a:r>
              <a:t>資料科學與大數據分析  |  WEEK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74519"/>
            <a:ext cx="10789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900" b="1">
                <a:solidFill>
                  <a:srgbClr val="FFFFFF"/>
                </a:solidFill>
                <a:latin typeface="Microsoft JhengHei"/>
              </a:defRPr>
            </a:pPr>
            <a:r>
              <a:t>決策樹｜信用風險分類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983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FFFFFF"/>
                </a:solidFill>
                <a:latin typeface="Microsoft JhengHei"/>
              </a:defRPr>
            </a:pPr>
            <a:r>
              <a:t>金融管理學系一年級｜資料分析方法與金融應用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銀行想回答什麼問題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一位新申貸者可能屬於高風險或低風險？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使用歷史資料中已知的結果建立分類規則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這是監督式學習，不是集群分析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W12  •  決策樹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什麼是決策樹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像一連串的「如果……那麼……」問題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每個節點依特徵分割資料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走到葉節點得到預測類別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818888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700016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優點是規則相對容易解釋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W12  •  決策樹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示範特徵與標籤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特徵 X：收入、負債比、逾期紀錄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目標 y：是否發生違約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訓練資料須包含歷史已知標籤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818888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700016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不能把未來資訊提前放入特徵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W12  •  決策樹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一棵簡化決策樹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是否有逾期紀錄？是→較高風險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否→檢查負債比是否大於 50%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負債比高→需進一步審核；低→較低風險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818888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700016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這是教學示意，不是實際授信規則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W12  •  決策樹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節點如何選擇問題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希望切分後各群的類別更單純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常見指標：Gini 不純度、資訊增益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大一階段理解概念即可，不必手算複雜樹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W12  •  決策樹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Gini 的直覺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若某節點全部是同一類，Gini=0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若兩類各占一半，Gini=0.5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好的分割通常能降低子節點不純度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W12  •  決策樹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樹太深會怎樣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訓練資料可能被記得太細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新客戶預測反而不穩定，稱為過度擬合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限制樹深、最小葉節點樣本數可降低複雜度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W12  •  決策樹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訓練集與測試集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訓練集：學習分割規則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測試集：檢查對未見資料的表現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不可拿測試集反覆調整到結果漂亮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W12  •  決策樹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分類結果的四種情況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TP：實際違約且預測違約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TN：實際未違約且預測未違約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FP：實際未違約卻預測違約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818888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700016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FN：實際違約卻預測未違約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W12  •  決策樹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混淆矩陣練習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測試 100 人：TP=15、FN=5、FP=10、TN=70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Accuracy=(15+70)/100=85%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Recall(違約)=15/(15+5)=75%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818888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700016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Precision(違約)=15/(15+10)=60%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W12  •  決策樹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準確率高就夠了嗎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如果違約者很少，全部預測不違約也可能高準確率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銀行需特別注意漏判違約者（FN）的代價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同時考慮 Precision、Recall 與營運成本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W12  •  決策樹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模型公平與解釋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不同客群可能有不同誤判率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模型不應直接取代法遵與授信審核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須確認特徵合法、合理且能被說明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W12  •  決策樹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AI 協作：解讀決策樹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提供一棵小型示意樹請 AI 轉為文字規則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學生核對每條路徑與條件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區分模型預測與實際發生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W12  •  決策樹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課堂任務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閱讀一棵三層的信用風險樹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判斷三位模擬申貸者的預測類別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解釋其中一個可能的誤判風險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W12  •  決策樹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本週重點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決策樹用已知標籤建立分類規則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訓練與測試要分開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解釋性、誤判成本與公平性同樣重要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W12  •  決策樹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