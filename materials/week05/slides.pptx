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6"/>
                </a:solidFill>
              </a:defRPr>
            </a:pPr>
            <a:r>
              <a:t>Week 05｜我的第一份金融資料分析報告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/>
            </a:pPr>
            <a:r>
              <a:t>AI＋Python × yfinance 真實金融市場資料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6"/>
                </a:solidFill>
              </a:defRPr>
            </a:pPr>
            <a:r>
              <a:t>本週任務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/>
            </a:pPr>
            <a:r>
              <a:t>從 Yahoo Finance 下載 0050.TW 真實行情；完成統計、走勢圖、AI 查核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6"/>
                </a:solidFill>
              </a:defRPr>
            </a:pPr>
            <a:r>
              <a:t>三堂課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/>
            </a:pPr>
            <a:r>
              <a:t>第一堂：下載及資料健檢</a:t>
            </a:r>
          </a:p>
          <a:p>
            <a:pPr>
              <a:spcAft>
                <a:spcPts val="1900"/>
              </a:spcAft>
              <a:defRPr sz="2100"/>
            </a:pPr>
            <a:r>
              <a:t>第二堂：描述統計與走勢圖</a:t>
            </a:r>
          </a:p>
          <a:p>
            <a:pPr>
              <a:spcAft>
                <a:spcPts val="1900"/>
              </a:spcAft>
              <a:defRPr sz="2100"/>
            </a:pPr>
            <a:r>
              <a:t>第三堂：AI 查核與個人報告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6"/>
                </a:solidFill>
              </a:defRPr>
            </a:pPr>
            <a:r>
              <a:t>真實資料來源與限制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1305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/>
            </a:pPr>
            <a:r>
              <a:rPr lang="en-US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yfinance</a:t>
            </a: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是非官方第三方 </a:t>
            </a: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套件，取得 </a:t>
            </a:r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Yahoo Finance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提供的行情；可能有服務限制或欄位變動。</a:t>
            </a:r>
          </a:p>
          <a:p>
            <a:pPr>
              <a:spcAft>
                <a:spcPts val="1900"/>
              </a:spcAft>
              <a:defRPr sz="2100"/>
            </a:pP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本週固定期間：2025-07-01 至 202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06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-3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（下載 end=2026-0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r>
              <a:rPr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-01，不含結束日）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6"/>
                </a:solidFill>
              </a:defRPr>
            </a:pPr>
            <a:r>
              <a:t>為何選擇固定期間？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/>
            </a:pPr>
            <a:r>
              <a:t>0050 在 2025 年有基金分割事件；本週選擇分割後的期間，避免初學者直接比較跨分割價格。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6"/>
                </a:solidFill>
              </a:defRPr>
            </a:pPr>
            <a:r>
              <a:t>Google Colab 開始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/>
            </a:pPr>
            <a:r>
              <a:t>開啟 colab.research.google.com</a:t>
            </a:r>
          </a:p>
          <a:p>
            <a:pPr>
              <a:spcAft>
                <a:spcPts val="1900"/>
              </a:spcAft>
              <a:defRPr sz="2100"/>
            </a:pPr>
            <a:r>
              <a:t>新增筆記本</a:t>
            </a:r>
          </a:p>
          <a:p>
            <a:pPr>
              <a:spcAft>
                <a:spcPts val="1900"/>
              </a:spcAft>
              <a:defRPr sz="2100"/>
            </a:pPr>
            <a:r>
              <a:t>執行：!pip -q install yfinance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6"/>
                </a:solidFill>
              </a:defRPr>
            </a:pPr>
            <a:r>
              <a:t>下載真實行情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/>
            </a:pPr>
            <a:r>
              <a:t>import yfinance as yf</a:t>
            </a:r>
          </a:p>
          <a:p>
            <a:pPr>
              <a:spcAft>
                <a:spcPts val="1900"/>
              </a:spcAft>
              <a:defRPr sz="2100"/>
            </a:pPr>
            <a:r>
              <a:t>df = yf.download("0050.TW", start="2025-07-01", end="2026-01-01", auto_adjust=True, progress=False)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6"/>
                </a:solidFill>
              </a:defRPr>
            </a:pPr>
            <a:r>
              <a:t>資料健檢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/>
            </a:pPr>
            <a:r>
              <a:t>檢查：資料是否為空？列數？欄位？日期範圍？缺漏值？</a:t>
            </a:r>
          </a:p>
          <a:p>
            <a:pPr>
              <a:spcAft>
                <a:spcPts val="1900"/>
              </a:spcAft>
              <a:defRPr sz="2100"/>
            </a:pPr>
            <a:r>
              <a:t>若下載失敗：記錄錯誤，稍後重試，不可假造數字。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6"/>
                </a:solidFill>
              </a:defRPr>
            </a:pPr>
            <a:r>
              <a:t>第一堂小結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/>
            </a:pPr>
            <a:r>
              <a:t>辨識 Date、Close、Volume；知道每列代表一個交易日。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6"/>
                </a:solidFill>
              </a:defRPr>
            </a:pPr>
            <a:r>
              <a:t>第二堂：統計分析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/>
            </a:pPr>
            <a:r>
              <a:t>計算 Close 與 Volume 的平均數、中位數、最大值、最小值。</a:t>
            </a:r>
          </a:p>
          <a:p>
            <a:pPr>
              <a:spcAft>
                <a:spcPts val="1900"/>
              </a:spcAft>
              <a:defRPr sz="2100"/>
            </a:pPr>
            <a:r>
              <a:t>單位：收盤價為元；成交量通常為股。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6"/>
                </a:solidFill>
              </a:defRPr>
            </a:pPr>
            <a:r>
              <a:t>畫出收盤價走勢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/>
            </a:pPr>
            <a:r>
              <a:t>以日期為 X 軸、收盤價為 Y 軸；標示商品、期間與價格單位。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6"/>
                </a:solidFill>
              </a:defRPr>
            </a:pPr>
            <a:r>
              <a:t>統計判讀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/>
            </a:pPr>
            <a:r>
              <a:t>平均收盤價是否接近中位數？</a:t>
            </a:r>
          </a:p>
          <a:p>
            <a:pPr>
              <a:spcAft>
                <a:spcPts val="1900"/>
              </a:spcAft>
              <a:defRPr sz="2100"/>
            </a:pPr>
            <a:r>
              <a:t>最大與最小價格落在哪些交易日？</a:t>
            </a:r>
          </a:p>
          <a:p>
            <a:pPr>
              <a:spcAft>
                <a:spcPts val="1900"/>
              </a:spcAft>
              <a:defRPr sz="2100"/>
            </a:pPr>
            <a:r>
              <a:t>不能把平均價格解釋成平均報酬率。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6"/>
                </a:solidFill>
              </a:defRPr>
            </a:pPr>
            <a:r>
              <a:t>第三堂：AI 分析五查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/>
            </a:pPr>
            <a:r>
              <a:t>查資料、查計算、查解釋、查推論、查建議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6"/>
                </a:solidFill>
              </a:defRPr>
            </a:pPr>
            <a:r>
              <a:t>給 AI 的任務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/>
            </a:pPr>
            <a:r>
              <a:t>請根據我提供的統計表提出 3 個描述性發現，區分「資料直接支持」與「仍待驗證」；不要推測未提供的市場事件。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6"/>
                </a:solidFill>
              </a:defRPr>
            </a:pPr>
            <a:r>
              <a:t>檢查 AI 的錯誤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/>
            </a:pPr>
            <a:r>
              <a:t>AI 是否自行補出市場原因？</a:t>
            </a:r>
          </a:p>
          <a:p>
            <a:pPr>
              <a:spcAft>
                <a:spcPts val="1900"/>
              </a:spcAft>
              <a:defRPr sz="2100"/>
            </a:pPr>
            <a:r>
              <a:t>是否把價格變動說成投資報酬？</a:t>
            </a:r>
          </a:p>
          <a:p>
            <a:pPr>
              <a:spcAft>
                <a:spcPts val="1900"/>
              </a:spcAft>
              <a:defRPr sz="2100"/>
            </a:pPr>
            <a:r>
              <a:t>是否把單一期間結果推廣到未來？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6"/>
                </a:solidFill>
              </a:defRPr>
            </a:pPr>
            <a:r>
              <a:t>學生最終成果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/>
            </a:pPr>
            <a:r>
              <a:t>Colab 程式執行結果＋統計表＋走勢圖＋150–200 字判讀＋AI 使用揭露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6"/>
                </a:solidFill>
              </a:defRPr>
            </a:pPr>
            <a:r>
              <a:t>評分規準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/>
            </a:pPr>
            <a:r>
              <a:t>資料讀取 15｜統計與圖表 25｜金融判讀 20｜AI 查核 30｜使用揭露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3756"/>
                </a:solidFill>
              </a:defRPr>
            </a:pPr>
            <a:r>
              <a:t>本週收束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00"/>
              </a:spcAft>
              <a:defRPr sz="2100"/>
            </a:pPr>
            <a:r>
              <a:t>AI 可以寫程式，但數據來源、計算驗證與金融判斷由人負責。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311</Words>
  <Application>Microsoft Office PowerPoint</Application>
  <PresentationFormat>自訂</PresentationFormat>
  <Paragraphs>66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2" baseType="lpstr"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usc</cp:lastModifiedBy>
  <cp:revision>2</cp:revision>
  <dcterms:created xsi:type="dcterms:W3CDTF">2013-01-27T09:14:16Z</dcterms:created>
  <dcterms:modified xsi:type="dcterms:W3CDTF">2026-10-08T08:21:32Z</dcterms:modified>
  <cp:category/>
</cp:coreProperties>
</file>